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6: Advanced Python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Apple Inc. (AAPL) Historical Stock Analysis</a:t>
            </a:r>
          </a:p>
          <a:p>
            <a:r>
              <a:t>AnalystLab Africa Internship</a:t>
            </a:r>
          </a:p>
          <a:p>
            <a:r>
              <a:t>Gloria C. Ubah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five years of Apple stock data.</a:t>
            </a:r>
          </a:p>
          <a:p>
            <a:pPr>
              <a:defRPr sz="2200"/>
            </a:pPr>
            <a:r>
              <a:t>• Identify trends, volatility, and market behavior.</a:t>
            </a:r>
          </a:p>
          <a:p>
            <a:pPr>
              <a:defRPr sz="2200"/>
            </a:pPr>
            <a:r>
              <a:t>• Support data-driven investment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Source: Yahoo Finance</a:t>
            </a:r>
          </a:p>
          <a:p>
            <a:pPr>
              <a:defRPr sz="2200"/>
            </a:pPr>
            <a:r>
              <a:t>• Features: Date, Open, High, Low, Close, Volume</a:t>
            </a:r>
          </a:p>
          <a:p>
            <a:pPr>
              <a:defRPr sz="2200"/>
            </a:pPr>
            <a:r>
              <a:t>• Five years of daily trading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Data loading and exploration</a:t>
            </a:r>
          </a:p>
          <a:p>
            <a:pPr>
              <a:defRPr sz="2200"/>
            </a:pPr>
            <a:r>
              <a:t>• Data cleaning</a:t>
            </a:r>
          </a:p>
          <a:p>
            <a:pPr>
              <a:defRPr sz="2200"/>
            </a:pPr>
            <a:r>
              <a:t>• Pandas transformations</a:t>
            </a:r>
          </a:p>
          <a:p>
            <a:pPr>
              <a:defRPr sz="2200"/>
            </a:pPr>
            <a:r>
              <a:t>• Time-series analysis</a:t>
            </a:r>
          </a:p>
          <a:p>
            <a:pPr>
              <a:defRPr sz="2200"/>
            </a:pPr>
            <a:r>
              <a:t>• Feature engineering</a:t>
            </a:r>
          </a:p>
          <a:p>
            <a:pPr>
              <a:defRPr sz="2200"/>
            </a:pPr>
            <a:r>
              <a:t>• Data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Daily Price Change</a:t>
            </a:r>
          </a:p>
          <a:p>
            <a:pPr>
              <a:defRPr sz="2200"/>
            </a:pPr>
            <a:r>
              <a:t>• Daily Return</a:t>
            </a:r>
          </a:p>
          <a:p>
            <a:pPr>
              <a:defRPr sz="2200"/>
            </a:pPr>
            <a:r>
              <a:t>• 7-Day Moving Average</a:t>
            </a:r>
          </a:p>
          <a:p>
            <a:pPr>
              <a:defRPr sz="2200"/>
            </a:pPr>
            <a:r>
              <a:t>• 30-Day Moving Average</a:t>
            </a:r>
          </a:p>
          <a:p>
            <a:pPr>
              <a:defRPr sz="2200"/>
            </a:pPr>
            <a:r>
              <a:t>• Rolling Volatility</a:t>
            </a:r>
          </a:p>
          <a:p>
            <a:pPr>
              <a:defRPr sz="2200"/>
            </a:pPr>
            <a:r>
              <a:t>• Monthly &amp; Year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Closing Price Trend</a:t>
            </a:r>
          </a:p>
          <a:p>
            <a:pPr>
              <a:defRPr sz="2200"/>
            </a:pPr>
            <a:r>
              <a:t>• Trading Volume Trend</a:t>
            </a:r>
          </a:p>
          <a:p>
            <a:pPr>
              <a:defRPr sz="2200"/>
            </a:pPr>
            <a:r>
              <a:t>• Moving Average Analysis</a:t>
            </a:r>
          </a:p>
          <a:p>
            <a:pPr>
              <a:defRPr sz="2200"/>
            </a:pPr>
            <a:r>
              <a:t>• Daily Returns</a:t>
            </a:r>
          </a:p>
          <a:p>
            <a:pPr>
              <a:defRPr sz="2200"/>
            </a:pPr>
            <a:r>
              <a:t>• Monthly Closing Price</a:t>
            </a:r>
          </a:p>
          <a:p>
            <a:pPr>
              <a:defRPr sz="2200"/>
            </a:pPr>
            <a:r>
              <a:t>• Rolling Volatility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Strong long-term upward trend.</a:t>
            </a:r>
          </a:p>
          <a:p>
            <a:pPr>
              <a:defRPr sz="2200"/>
            </a:pPr>
            <a:r>
              <a:t>• Volume spikes during major market events.</a:t>
            </a:r>
          </a:p>
          <a:p>
            <a:pPr>
              <a:defRPr sz="2200"/>
            </a:pPr>
            <a:r>
              <a:t>• Moving averages revealed trend direction.</a:t>
            </a:r>
          </a:p>
          <a:p>
            <a:pPr>
              <a:defRPr sz="2200"/>
            </a:pPr>
            <a:r>
              <a:t>• Volatility highlighted risk periods.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Focus on long-term trends.</a:t>
            </a:r>
          </a:p>
          <a:p>
            <a:pPr>
              <a:defRPr sz="2200"/>
            </a:pPr>
            <a:r>
              <a:t>• Use moving averages with other indicators.</a:t>
            </a:r>
          </a:p>
          <a:p>
            <a:pPr>
              <a:defRPr sz="2200"/>
            </a:pPr>
            <a:r>
              <a:t>• Monitor volatility.</a:t>
            </a:r>
          </a:p>
          <a:p>
            <a:pPr>
              <a:defRPr sz="2200"/>
            </a:pPr>
            <a:r>
              <a:t>• Analyze volume alongside price.</a:t>
            </a:r>
          </a:p>
          <a:p>
            <a:pPr>
              <a:defRPr sz="2200"/>
            </a:pPr>
            <a:r>
              <a:t>• Combine technical and fundamental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Python, Pandas, and time-series analysis transformed raw stock data into actionable insights for investment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